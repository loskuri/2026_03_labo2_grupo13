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Pet Adoption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Exploratory Data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2400"/>
            </a:pPr>
            <a:r>
              <a:t>Total Records: 14,993</a:t>
            </a:r>
          </a:p>
          <a:p>
            <a:pPr>
              <a:spcBef>
                <a:spcPts val="1200"/>
              </a:spcBef>
              <a:defRPr sz="2400"/>
            </a:pPr>
            <a:r>
              <a:t>Total Features: 24</a:t>
            </a:r>
          </a:p>
          <a:p>
            <a:pPr>
              <a:spcBef>
                <a:spcPts val="1200"/>
              </a:spcBef>
              <a:defRPr sz="2400"/>
            </a:pPr>
            <a:r>
              <a:t>Memory Usage: 2.75 MB</a:t>
            </a:r>
          </a:p>
          <a:p>
            <a:pPr>
              <a:spcBef>
                <a:spcPts val="1200"/>
              </a:spcBef>
              <a:defRPr sz="2400"/>
            </a:pPr>
            <a:r>
              <a:t>Missing Values: 1278</a:t>
            </a:r>
          </a:p>
          <a:p>
            <a:pPr>
              <a:spcBef>
                <a:spcPts val="1200"/>
              </a:spcBef>
              <a:defRPr sz="2400"/>
            </a:pPr>
            <a:r>
              <a:t>Duplicate Rows: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Values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Columns with Missing Values:</a:t>
            </a:r>
          </a:p>
          <a:p>
            <a:pPr lvl="1">
              <a:defRPr sz="1800"/>
            </a:pPr>
            <a:r>
              <a:t>Name: 8.44%</a:t>
            </a:r>
          </a:p>
          <a:p>
            <a:pPr lvl="1">
              <a:defRPr sz="1800"/>
            </a:pPr>
            <a:r>
              <a:t>Description: 0.09%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Age: 10.45 months</a:t>
            </a:r>
          </a:p>
          <a:p>
            <a:pPr>
              <a:spcBef>
                <a:spcPts val="1200"/>
              </a:spcBef>
              <a:defRPr sz="2200"/>
            </a:pPr>
            <a:r>
              <a:t>Average Fee: $21.26</a:t>
            </a:r>
          </a:p>
          <a:p>
            <a:pPr>
              <a:spcBef>
                <a:spcPts val="1200"/>
              </a:spcBef>
              <a:defRPr sz="2200"/>
            </a:pPr>
            <a:r>
              <a:t>Pets with Photos: 14652 (97.7%)</a:t>
            </a:r>
          </a:p>
          <a:p>
            <a:pPr>
              <a:spcBef>
                <a:spcPts val="1200"/>
              </a:spcBef>
              <a:defRPr sz="2200"/>
            </a:pPr>
            <a:r>
              <a:t>Pets with Videos: 574 (3.8%)</a:t>
            </a:r>
          </a:p>
          <a:p>
            <a:pPr>
              <a:spcBef>
                <a:spcPts val="1200"/>
              </a:spcBef>
              <a:defRPr sz="2200"/>
            </a:pPr>
            <a:r>
              <a:t>Unique Breeds: 176</a:t>
            </a:r>
          </a:p>
          <a:p>
            <a:pPr>
              <a:spcBef>
                <a:spcPts val="1200"/>
              </a:spcBef>
              <a:defRPr sz="2200"/>
            </a:pPr>
            <a:r>
              <a:t>Unique States: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